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60" r:id="rId4"/>
    <p:sldId id="261" r:id="rId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447" y="3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8493ac6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8493ac6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>
          <a:extLst>
            <a:ext uri="{FF2B5EF4-FFF2-40B4-BE49-F238E27FC236}">
              <a16:creationId xmlns:a16="http://schemas.microsoft.com/office/drawing/2014/main" id="{A70560C0-6B8C-4F5E-1028-82B9CD36F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8493ac61e_0_0:notes">
            <a:extLst>
              <a:ext uri="{FF2B5EF4-FFF2-40B4-BE49-F238E27FC236}">
                <a16:creationId xmlns:a16="http://schemas.microsoft.com/office/drawing/2014/main" id="{0C0BC12A-774E-97B0-F586-F3BB31469F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8493ac61e_0_0:notes">
            <a:extLst>
              <a:ext uri="{FF2B5EF4-FFF2-40B4-BE49-F238E27FC236}">
                <a16:creationId xmlns:a16="http://schemas.microsoft.com/office/drawing/2014/main" id="{1F352ED2-013C-CB48-12F1-86B65C05C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3808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44650" y="995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83475" y="18285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44650" y="995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852725"/>
            <a:ext cx="3999900" cy="27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852675"/>
            <a:ext cx="3999900" cy="271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44650" y="9953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77525" y="1030675"/>
            <a:ext cx="50754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2026750"/>
            <a:ext cx="7178100" cy="254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866875"/>
            <a:ext cx="4449300" cy="369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64675" y="405812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56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2407750"/>
            <a:ext cx="85206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44650" y="995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3475" y="18285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FBA53-A2DD-8C71-25A6-179762830B1C}"/>
              </a:ext>
            </a:extLst>
          </p:cNvPr>
          <p:cNvSpPr txBox="1">
            <a:spLocks/>
          </p:cNvSpPr>
          <p:nvPr/>
        </p:nvSpPr>
        <p:spPr>
          <a:xfrm>
            <a:off x="194133" y="1005321"/>
            <a:ext cx="5385938" cy="1465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Presentation Title</a:t>
            </a:r>
          </a:p>
          <a:p>
            <a:r>
              <a:rPr lang="en-US" dirty="0"/>
              <a:t>(if any)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4805E-8D6D-9BF3-3B2B-3446FD111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184" y="3284808"/>
            <a:ext cx="4045200" cy="12351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Date</a:t>
            </a:r>
          </a:p>
          <a:p>
            <a:pPr algn="l"/>
            <a:r>
              <a:rPr lang="en-US" sz="1600" dirty="0"/>
              <a:t>Speaker’s Name</a:t>
            </a:r>
          </a:p>
          <a:p>
            <a:pPr algn="l"/>
            <a:r>
              <a:rPr lang="en-US" sz="1600" dirty="0"/>
              <a:t>Organization</a:t>
            </a:r>
          </a:p>
          <a:p>
            <a:pPr algn="l"/>
            <a:r>
              <a:rPr lang="en-US" sz="1600" dirty="0"/>
              <a:t>City, Country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82061" y="821392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ctr"/>
            <a:r>
              <a:rPr lang="en-US" dirty="0"/>
              <a:t>Disclosure</a:t>
            </a:r>
            <a:br>
              <a:rPr lang="en-US" dirty="0"/>
            </a:br>
            <a:br>
              <a:rPr lang="en-US" dirty="0"/>
            </a:br>
            <a:endParaRPr b="1" dirty="0"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49111" y="1494038"/>
            <a:ext cx="8553550" cy="2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In relation to this presentation, I declare that there are no conflicts of interest.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E8EE8F-D993-EEDE-A711-073707AE8A4F}"/>
              </a:ext>
            </a:extLst>
          </p:cNvPr>
          <p:cNvSpPr txBox="1"/>
          <p:nvPr/>
        </p:nvSpPr>
        <p:spPr>
          <a:xfrm>
            <a:off x="299716" y="3819726"/>
            <a:ext cx="868528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100" b="0" i="0" u="none" strike="noStrike" dirty="0">
                <a:solidFill>
                  <a:srgbClr val="0070C0"/>
                </a:solidFill>
                <a:effectLst/>
                <a:latin typeface="+mj-lt"/>
              </a:rPr>
              <a:t>A conflict of interest is any situation in which a speaker or immediate family members have interests, and those may cause a conflict with the current presentation. Conflicts of interest do not preclude the delivery of the talk, but should be explicitly declared. These may include financial interests (</a:t>
            </a:r>
            <a:r>
              <a:rPr lang="en-US" sz="1100" b="0" i="0" u="none" strike="noStrike" dirty="0" err="1">
                <a:solidFill>
                  <a:srgbClr val="0070C0"/>
                </a:solidFill>
                <a:effectLst/>
                <a:latin typeface="+mj-lt"/>
              </a:rPr>
              <a:t>eg.</a:t>
            </a:r>
            <a:r>
              <a:rPr lang="en-US" sz="1100" b="0" i="0" u="none" strike="noStrike" dirty="0">
                <a:solidFill>
                  <a:srgbClr val="0070C0"/>
                </a:solidFill>
                <a:effectLst/>
                <a:latin typeface="+mj-lt"/>
              </a:rPr>
              <a:t> owning stocks of a related company, having received honoraria, consultancy fees), research interests (research support by grants or otherwise), organizational interests and gifts.</a:t>
            </a:r>
            <a:endParaRPr lang="en-US" sz="1100" b="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>
          <a:extLst>
            <a:ext uri="{FF2B5EF4-FFF2-40B4-BE49-F238E27FC236}">
              <a16:creationId xmlns:a16="http://schemas.microsoft.com/office/drawing/2014/main" id="{8EC41089-F1D8-6A8B-195F-796A50829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>
            <a:extLst>
              <a:ext uri="{FF2B5EF4-FFF2-40B4-BE49-F238E27FC236}">
                <a16:creationId xmlns:a16="http://schemas.microsoft.com/office/drawing/2014/main" id="{9302A26D-BAFE-3823-2704-2A9EE9F9A5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7600" y="8972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Slide title</a:t>
            </a:r>
            <a:endParaRPr b="1" dirty="0"/>
          </a:p>
        </p:txBody>
      </p:sp>
      <p:sp>
        <p:nvSpPr>
          <p:cNvPr id="59" name="Google Shape;59;p14">
            <a:extLst>
              <a:ext uri="{FF2B5EF4-FFF2-40B4-BE49-F238E27FC236}">
                <a16:creationId xmlns:a16="http://schemas.microsoft.com/office/drawing/2014/main" id="{2A3CCF15-3C28-A18C-C8B3-6F90AE06D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614472"/>
            <a:ext cx="8553550" cy="2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Content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4444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8216-4EF9-D7F7-F921-E4E62B4C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D7087A-0896-417F-702E-816A905EA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8873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</Words>
  <Application>Microsoft Office PowerPoint</Application>
  <PresentationFormat>On-screen Show (16:9)</PresentationFormat>
  <Paragraphs>11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Simple Light</vt:lpstr>
      <vt:lpstr>PowerPoint Presentation</vt:lpstr>
      <vt:lpstr>Disclosure  </vt:lpstr>
      <vt:lpstr>Slide title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 lee</dc:creator>
  <cp:lastModifiedBy>Pannee Leelawattanachai</cp:lastModifiedBy>
  <cp:revision>2</cp:revision>
  <dcterms:modified xsi:type="dcterms:W3CDTF">2026-06-04T10:13:11Z</dcterms:modified>
</cp:coreProperties>
</file>